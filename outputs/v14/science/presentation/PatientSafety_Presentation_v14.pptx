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Patient Safety Intelligence: Quadra-Veritas Strategic Imperative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Science Grand Operation v14.0 — Multimedia Intelligence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Patient Safety Imperative (BLUF)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Critical Gaps. One Strategic Opportunity.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4572000"/>
            <a:ext cx="2286000" cy="1371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EMBED VIDEO: patient_impact_vignette.mp4</a:t>
            </a:r>
          </a:p>
          <a:p>
            <a:r>
              <a:t>Auto-play on slide advance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Definitive Scientific Validation (2025-2026)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0" y="4572000"/>
            <a:ext cx="2286000" cy="13716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EMBED VIDEO: aav_germ_cell_explainer.mp4</a:t>
            </a:r>
          </a:p>
          <a:p>
            <a:r>
              <a:t>Auto-play on slide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Therapeutic Landscape &amp; Trial Design Flaws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Status Quo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Scientific Evidence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Precedent: The DES Tragedy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Mapping &amp; Patient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to Lonza as a CDMO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Proceduralism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Recognition: Trends &amp; Disruptors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Actions: The Five-Point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Options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Risk-Benefit Assessment (Patient-Centred)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Quadra-Veritas Convergence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with Lonza's Strategic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Regulatory Affairs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Commercial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R&amp;D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Consolidated Budget &amp; 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for Escalation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Closing: Upholding Our Commitment to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