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Octo-Veritas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Target: ET1_Package_John Doe.pptx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Precedent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ecedent_Timeline_86602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Tribunal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ecedent_Timeline_86602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876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Asset: ET1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