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Octo-Veritas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Target: Religion_Package_1775825529.pptx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Asset: Tajweed Waveform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ajweed_Waveform_941968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Asset: Lesson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Asset: Religion Digital Twin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ajweed_Waveform_941968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