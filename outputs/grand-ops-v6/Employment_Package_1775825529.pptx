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Octo-Veritas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Target: Employment_Package_1775825529.pptx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Asset: CV Heatmap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CV_Heatmap_941968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Asset: Employment 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Asset: Employment Digital Twin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CV_Heatmap_941968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