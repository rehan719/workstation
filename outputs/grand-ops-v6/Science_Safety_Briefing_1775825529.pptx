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Octo-Veritas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Target: Science_Safety_Briefing_1775825529.pptx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Asset: Science GRADE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cience_GRADE_Matrix_2696bd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Asset: Risk Heatmap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cience_GRADE_Matrix_2696bd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Asset: AAV Digital Twin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cience_GRADE_Matrix_2696bd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