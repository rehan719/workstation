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Octo-Veritas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Target: Care_Package_1775825529.pptx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NEWS2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NEWS2_Trend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Care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Care Digital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NEWS2_Trend_941968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