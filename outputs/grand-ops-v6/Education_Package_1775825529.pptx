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Octo-Veritas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Target: Education_Package_1775825529.pptx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Mastery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astery_Timeline_941968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Education Digital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astery_Timeline_941968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