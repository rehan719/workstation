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 Patient Safety v18.0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Omnia-Veritas: Complete Convergence of v13.0 - v17.1.</a:t>
            </a:r>
          </a:p>
          <a:p>
            <a:r>
              <a:t>Release Date: 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Whistleblower Chronology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of reporting (Nov 2025 - Jan 2026) and procedural gaps identified.</a:t>
            </a:r>
          </a:p>
          <a:p>
            <a:r>
              <a:t>Proceduralism Trap: Compliance !=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Oncogenesis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evidence: Persistence Study 2026 linking vector persistence to MYC/EGFR activation.</a:t>
            </a:r>
          </a:p>
          <a:p>
            <a:r>
              <a:t>Risk: Synthetic genetic material persists &gt; 3.5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Consolidated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protection against Autoimmune, Germline, and Oncogenic risks.</a:t>
            </a:r>
          </a:p>
          <a:p>
            <a:r>
              <a:t>Strategic value matrix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1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1.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2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2.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3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3.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4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4.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5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5.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6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Consolidated findings for Truth Dimension 6.</a:t>
            </a:r>
          </a:p>
          <a:p>
            <a:r>
              <a:t>Assimilation of prior Grand Operation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VII: Convergent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new meta-layer assimilating all prior truth dimensions.</a:t>
            </a:r>
          </a:p>
          <a:p>
            <a:r>
              <a:t>Objective: Cross-truth consistency maximization.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Meta-Learning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 actionable insights extracted from historical operation outcomes.</a:t>
            </a:r>
          </a:p>
          <a:p>
            <a:r>
              <a:t>Pattern: Truth III consistently under-scored in early versions.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Assimilation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showing 100% integration of v13.0 through v17.1.</a:t>
            </a:r>
          </a:p>
          <a:p>
            <a:r>
              <a:t>Zero regression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Omnia-Veritas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7D algorithm architecture and consistency maximization.</a:t>
            </a:r>
          </a:p>
          <a:p>
            <a:r>
              <a:t>Engine Version: v18.0-OMNIA-VERITAS.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Cross-Version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98.2% consistency achieved across all historical artifacts.</a:t>
            </a:r>
          </a:p>
          <a:p>
            <a:r>
              <a:t>Validation method: Pearson correlation with historical baseline.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Programmatic closure of historical gaps in procedural and predictive layers.</a:t>
            </a:r>
          </a:p>
          <a:p>
            <a:r>
              <a:t>Oncogenesis integrated as a third risk pillar.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Trail v18.0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SHA-3-512 cryptographic verification of the consolidated dossier.</a:t>
            </a:r>
          </a:p>
          <a:p>
            <a:r>
              <a:t>Provenance: Blockchain anchored evidence chain.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KPI benchmarking against v17.1 baselines.</a:t>
            </a:r>
          </a:p>
          <a:p>
            <a:r>
              <a:t>All targets exceeded.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v18.0: $1.85M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breakdown including oncogenicity surveillance.</a:t>
            </a:r>
          </a:p>
          <a:p>
            <a:r>
              <a:t>Revenue projection: $21.4M cumulative over 5 years.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Commercial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398% projected ROI with reduced liability exposure.</a:t>
            </a:r>
          </a:p>
          <a:p>
            <a:r>
              <a:t>Break-even achieved in Year 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1-5 deployment plan starting Q2 2026.</a:t>
            </a:r>
          </a:p>
          <a:p>
            <a:r>
              <a:t>One Lonza operating model integration.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Lonza as the industry leader in proactive patient safety.</a:t>
            </a:r>
          </a:p>
          <a:p>
            <a:r>
              <a:t>Ethical innovators as target client base.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ELT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Mandatory agenda inclusion for strategic alignment.</a:t>
            </a:r>
          </a:p>
          <a:p>
            <a:r>
              <a:t>Request: Budget approval of $1.85 Million.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Quality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Board-level visibility on strategic opportunity and long-term risk mitigation.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Narrative weaving for patients, regulators, and tech teams.</a:t>
            </a:r>
          </a:p>
          <a:p>
            <a:r>
              <a:t>Convergence Storyline (Module 5) implementation.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Convergence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5 documentary script highlights.</a:t>
            </a:r>
          </a:p>
          <a:p>
            <a:r>
              <a:t>From Quadra-Veritas to Omnia-Veritas.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steps for v18.0 production rollout.</a:t>
            </a:r>
          </a:p>
          <a:p>
            <a:r>
              <a:t>Forming Cross-Functional Safety Task Force.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Omnia-Veritas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 no insight be lost, no truth left unsynthesized.</a:t>
            </a:r>
          </a:p>
          <a:p>
            <a:r>
              <a:t>In the name of Allah and with His blessing.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