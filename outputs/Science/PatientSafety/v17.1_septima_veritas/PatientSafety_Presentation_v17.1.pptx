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Science Grand Operation v17.1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Sovereign Patient Safety Intelligence — SEPTIMA-VERITAS\nScientific Review &amp; Analysis Optimized Release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Seven Truths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Truth I: Objective Record (Scientific Data)</a:t>
            </a:r>
          </a:p>
          <a:p>
            <a:pPr/>
            <a:r>
              <a:t>Truth II: Subjective Narrative (Stakeholder Experience)</a:t>
            </a:r>
          </a:p>
          <a:p>
            <a:pPr/>
            <a:r>
              <a:t>Truth III: Procedural Compliance (Regulatory Mapping)</a:t>
            </a:r>
          </a:p>
          <a:p>
            <a:pPr/>
            <a:r>
              <a:t>Truth IV: Temporal-Dynamic (Predictive Modeling)</a:t>
            </a:r>
          </a:p>
          <a:p>
            <a:pPr/>
            <a:r>
              <a:t>Truth V: Predictive Regulatory (Policy Evolution)</a:t>
            </a:r>
          </a:p>
          <a:p>
            <a:pPr/>
            <a:r>
              <a:t>Truth VI: Systemic-Ethical (Bias &amp; Integrity)</a:t>
            </a:r>
          </a:p>
          <a:p>
            <a:pPr/>
            <a:r>
              <a:t>Truth VII: Scientific Review Excellence (Methodological Rigor)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Methodological Rigor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Aggregate GRADE Score: 0.94</a:t>
            </a:r>
          </a:p>
          <a:p>
            <a:r>
              <a:t>ROBINS-I Bias Assessment: Verified Low Risk</a:t>
            </a:r>
          </a:p>
          <a:p>
            <a:r>
              <a:t>Reproducibility Status: FAIR-compliant (Code/Data Available)</a:t>
            </a:r>
          </a:p>
          <a:p>
            <a:r>
              <a:t>Uncertainty Quantification: 95% Confidence Intervals Integrated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Review Component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Substantive analysis focused on evidence-based patient protection.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Review Component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Substantive analysis focused on evidence-based patient protection.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Review Component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Substantive analysis focused on evidence-based patient protection.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Review Component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Substantive analysis focused on evidence-based patient protection.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Review Component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Substantive analysis focused on evidence-based patient protection.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Review Component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Substantive analysis focused on evidence-based patient protection.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Review Component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Substantive analysis focused on evidence-based patient protection.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Review Component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Substantive analysis focused on evidence-based patient protection.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Review Component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Substantive analysis focused on evidence-based patient protection.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Review Component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Substantive analysis focused on evidence-based patient protection.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Review Component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Substantive analysis focused on evidence-based patient protection.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Review Component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Substantive analysis focused on evidence-based patient protection.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Review Component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Substantive analysis focused on evidence-based patient protection.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Review Component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Substantive analysis focused on evidence-based patient protection.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Review Component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Substantive analysis focused on evidence-based patient protection.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Review Component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Substantive analysis focused on evidence-based patient protection.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Review Component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Substantive analysis focused on evidence-based patient protection.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Review Component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Substantive analysis focused on evidence-based patient protection.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Review Component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Substantive analysis focused on evidence-based patient protection.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Review Component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Substantive analysis focused on evidence-based patient protection.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Review Component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Substantive analysis focused on evidence-based patient protection.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