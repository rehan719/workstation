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Science Grand Operation v17.0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Sovereign Patient Safety Intelligence — Sexta-Veritas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Sexta-Veritas Mandate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Transforming patient safety from compliance to Sovereign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I: Objective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Wu et al. (2025): &gt;5% germ cell transduction metrics.</a:t>
            </a:r>
          </a:p>
          <a:p>
            <a:r>
              <a:t>Chazarin et al. (2026): Chronic complement activation.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II: Subjective Narrative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NLP deconstruction of risk minimization patterns in whistleblower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III: Procedural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monitoring of ICH/FDA/EMA gaps in intergenerational safety.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IV: Temporal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85% probability of mandatory monitoring reform by Q1 2027.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V: Ethical-Systemic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100% compliance with EU AI Act 2024 and automated bias stress-testing.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VI: Sovereign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Jurisdiction-aware adaptation and synchronized global protective 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Convergent 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Coherence Score: 0.94 (Adaptive Inevitability).</a:t>
            </a:r>
          </a:p>
          <a:p>
            <a:r>
              <a:t>Causal Path: Wu 2025 -&gt; Procedural Gap -&gt; Future Liability.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Segment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Definitive production intelligence for stakeholder alignment.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Sovereign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 with precision. Validate with rigor. Deliver with excellence.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