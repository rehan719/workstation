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Patient Safety: Penta-Veritas Strategic Imperative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v15.0 Predictive Intelligence Briefing [EMA]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  <a:solidFill>
            <a:srgbClr val="DC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PREDICTIVE DASHBOARD: EMA</a:t>
            </a:r>
          </a:p>
          <a:p>
            <a:r>
              <a:t>Prob: 84.7% | CI: [0.87-0.94]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Evolution: Quadra-Veritas → Penta-Veritas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Incorporating Truth V: Predictive Regulatory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V: Predictive Regulatory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Cross-Jurisdictional Precedent Velocity &amp; Policy Forecasting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Closing: Not for Profit. For Patients.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