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Patient Safety: Quinta-Veritas Strategic Imperative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Science Grand Operation v16.0 — Ultimate Integrated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BLUF: Adaptive Preventive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Consolidating 5 Truth Dimensions for Systemic Reform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V: Ethical-Systemic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Organizational Culture Assessment &amp; Equity Impact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Quinta-Veritas Synthesis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Coherence Scoring (98%) | SHA-3-512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Closing: For Patients, Through Justice.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